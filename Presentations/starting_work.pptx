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7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41470C-1BC6-42BA-A2D7-46EB472F757C}" type="datetimeFigureOut">
              <a:rPr lang="en-US" smtClean="0"/>
              <a:t>8/28/2017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E126BE-1A7A-4F71-B3C0-F5D825D182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9024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640F70-5917-4781-BEF2-990B2170D6A4}" type="datetime1">
              <a:rPr lang="en-US" smtClean="0"/>
              <a:t>8/28/2017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E9B12B-FD0E-45DA-A431-9F25020919C3}" type="datetime1">
              <a:rPr lang="en-US" smtClean="0"/>
              <a:t>8/28/2017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4F2F47-FB67-41E0-9C4C-56DE1A68D2CE}" type="datetime1">
              <a:rPr lang="en-US" smtClean="0"/>
              <a:t>8/28/2017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BEB38B-5AE5-406E-A0B0-8A18419FCE94}" type="datetime1">
              <a:rPr lang="en-US" smtClean="0"/>
              <a:t>8/28/2017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74CBF7-0968-4C23-AC83-DEECB734947A}" type="datetime1">
              <a:rPr lang="en-US" smtClean="0"/>
              <a:t>8/28/2017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A95566-D90E-4C99-8D90-565A27976465}" type="datetime1">
              <a:rPr lang="en-US" smtClean="0"/>
              <a:t>8/28/2017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EDC11-2F82-487D-8D10-016E9215CE2E}" type="datetime1">
              <a:rPr lang="en-US" smtClean="0"/>
              <a:t>8/28/2017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A2D3F6-B1E3-449C-A7BE-2A4F2F57436B}" type="datetime1">
              <a:rPr lang="en-US" smtClean="0"/>
              <a:t>8/28/2017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4C7AF-0D2E-42E1-98A4-A302DCF3C7AE}" type="datetime1">
              <a:rPr lang="en-US" smtClean="0"/>
              <a:t>8/28/2017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4323E0-EF21-474D-A5A4-6E0A5D6B791C}" type="datetime1">
              <a:rPr lang="en-US" smtClean="0"/>
              <a:t>8/28/2017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A32CA8-D984-46F2-AE66-7B3B1BBF7607}" type="datetime1">
              <a:rPr lang="en-US" smtClean="0"/>
              <a:t>8/28/2017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364EA-B63D-4C44-97CE-FF582378AF76}" type="datetime1">
              <a:rPr lang="en-US" smtClean="0"/>
              <a:t>8/28/2017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6095C-5F7E-4D3F-9197-39C5516F1EBB}" type="datetime1">
              <a:rPr lang="en-US" smtClean="0"/>
              <a:t>8/28/2017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6ACA9C-B2F9-433E-BCDB-FDB4BC149648}" type="datetime1">
              <a:rPr lang="en-US" smtClean="0"/>
              <a:t>8/28/2017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FD649-672E-49D7-82FF-646DAFFBF761}" type="datetime1">
              <a:rPr lang="en-US" smtClean="0"/>
              <a:t>8/28/2017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0BD4F-C533-40EF-B4E0-9A8385F19E82}" type="datetime1">
              <a:rPr lang="en-US" smtClean="0"/>
              <a:t>8/28/2017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157"/>
            <a:ext cx="2356674" cy="6853096"/>
            <a:chOff x="6627813" y="195610"/>
            <a:chExt cx="1952625" cy="5678141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5610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F65012-CDF8-45C3-BA16-B5F9A63FCF2C}" type="datetime1">
              <a:rPr lang="en-US" smtClean="0"/>
              <a:t>8/28/2017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58" r:id="rId15"/>
    <p:sldLayoutId id="2147483659" r:id="rId16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2">
              <a:lumMod val="7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Practical Black-Box Attack against Machine Learning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en-US" dirty="0" smtClean="0"/>
              <a:t>Papernot et. al.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91684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Introduction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1274410"/>
            <a:ext cx="8915400" cy="4636812"/>
          </a:xfrm>
        </p:spPr>
        <p:txBody>
          <a:bodyPr/>
          <a:lstStyle/>
          <a:p>
            <a:r>
              <a:rPr lang="en-US" dirty="0" smtClean="0"/>
              <a:t>Classifiers learns a mapping between inputs and set of classes.</a:t>
            </a:r>
            <a:endParaRPr lang="en-US" dirty="0"/>
          </a:p>
        </p:txBody>
      </p:sp>
      <p:grpSp>
        <p:nvGrpSpPr>
          <p:cNvPr id="23" name="Group 22"/>
          <p:cNvGrpSpPr/>
          <p:nvPr/>
        </p:nvGrpSpPr>
        <p:grpSpPr>
          <a:xfrm>
            <a:off x="5292927" y="1571910"/>
            <a:ext cx="3507970" cy="1557467"/>
            <a:chOff x="5054138" y="2998216"/>
            <a:chExt cx="3507970" cy="1557467"/>
          </a:xfrm>
        </p:grpSpPr>
        <p:sp>
          <p:nvSpPr>
            <p:cNvPr id="4" name="Rounded Rectangle 3"/>
            <p:cNvSpPr/>
            <p:nvPr/>
          </p:nvSpPr>
          <p:spPr>
            <a:xfrm>
              <a:off x="6184669" y="3275215"/>
              <a:ext cx="1188720" cy="822960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 smtClean="0">
                  <a:solidFill>
                    <a:schemeClr val="tx1"/>
                  </a:solidFill>
                </a:rPr>
                <a:t>Classifier</a:t>
              </a:r>
              <a:endParaRPr lang="en-US" sz="1600" dirty="0">
                <a:solidFill>
                  <a:schemeClr val="tx1"/>
                </a:solidFill>
              </a:endParaRPr>
            </a:p>
          </p:txBody>
        </p:sp>
        <p:cxnSp>
          <p:nvCxnSpPr>
            <p:cNvPr id="6" name="Straight Arrow Connector 5"/>
            <p:cNvCxnSpPr>
              <a:endCxn id="4" idx="1"/>
            </p:cNvCxnSpPr>
            <p:nvPr/>
          </p:nvCxnSpPr>
          <p:spPr>
            <a:xfrm>
              <a:off x="5694218" y="3682538"/>
              <a:ext cx="490451" cy="41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/>
            <p:cNvSpPr txBox="1"/>
            <p:nvPr/>
          </p:nvSpPr>
          <p:spPr>
            <a:xfrm>
              <a:off x="5054138" y="3544038"/>
              <a:ext cx="6400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smtClean="0"/>
                <a:t>Inputs</a:t>
              </a:r>
              <a:endParaRPr lang="en-US" sz="1200" dirty="0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838901" y="2998216"/>
              <a:ext cx="72320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smtClean="0"/>
                <a:t>Class 1</a:t>
              </a:r>
              <a:endParaRPr lang="en-US" sz="1200" dirty="0"/>
            </a:p>
          </p:txBody>
        </p:sp>
        <p:cxnSp>
          <p:nvCxnSpPr>
            <p:cNvPr id="11" name="Straight Arrow Connector 10"/>
            <p:cNvCxnSpPr>
              <a:stCxn id="4" idx="3"/>
              <a:endCxn id="9" idx="1"/>
            </p:cNvCxnSpPr>
            <p:nvPr/>
          </p:nvCxnSpPr>
          <p:spPr>
            <a:xfrm flipV="1">
              <a:off x="7373389" y="3136716"/>
              <a:ext cx="465512" cy="5499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/>
            <p:cNvSpPr txBox="1"/>
            <p:nvPr/>
          </p:nvSpPr>
          <p:spPr>
            <a:xfrm>
              <a:off x="7838902" y="4098175"/>
              <a:ext cx="72320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smtClean="0"/>
                <a:t>Class N</a:t>
              </a:r>
              <a:endParaRPr lang="en-US" sz="1200" dirty="0"/>
            </a:p>
          </p:txBody>
        </p:sp>
        <p:cxnSp>
          <p:nvCxnSpPr>
            <p:cNvPr id="15" name="Straight Arrow Connector 14"/>
            <p:cNvCxnSpPr>
              <a:endCxn id="12" idx="1"/>
            </p:cNvCxnSpPr>
            <p:nvPr/>
          </p:nvCxnSpPr>
          <p:spPr>
            <a:xfrm>
              <a:off x="7373389" y="3682537"/>
              <a:ext cx="465513" cy="5541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7838902" y="3273874"/>
              <a:ext cx="72320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smtClean="0"/>
                <a:t>Class 2</a:t>
              </a:r>
              <a:endParaRPr lang="en-US" sz="1200" dirty="0"/>
            </a:p>
          </p:txBody>
        </p:sp>
        <p:cxnSp>
          <p:nvCxnSpPr>
            <p:cNvPr id="18" name="Straight Arrow Connector 17"/>
            <p:cNvCxnSpPr>
              <a:stCxn id="4" idx="3"/>
              <a:endCxn id="16" idx="1"/>
            </p:cNvCxnSpPr>
            <p:nvPr/>
          </p:nvCxnSpPr>
          <p:spPr>
            <a:xfrm flipV="1">
              <a:off x="7373389" y="3412374"/>
              <a:ext cx="465513" cy="2743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/>
            <p:cNvSpPr txBox="1"/>
            <p:nvPr/>
          </p:nvSpPr>
          <p:spPr>
            <a:xfrm>
              <a:off x="6010102" y="4094018"/>
              <a:ext cx="153785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 smtClean="0"/>
                <a:t>Machine Learning Model</a:t>
              </a:r>
              <a:endParaRPr lang="en-US" sz="1200" dirty="0"/>
            </a:p>
          </p:txBody>
        </p:sp>
      </p:grpSp>
      <p:sp>
        <p:nvSpPr>
          <p:cNvPr id="24" name="Date Placeholder 2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48BD6A-42F8-4120-92F0-7BFBC2DB2AF5}" type="datetime1">
              <a:rPr lang="en-US" smtClean="0"/>
              <a:t>8/28/2017</a:t>
            </a:fld>
            <a:endParaRPr lang="en-US" dirty="0"/>
          </a:p>
        </p:txBody>
      </p:sp>
      <p:sp>
        <p:nvSpPr>
          <p:cNvPr id="25" name="Footer Placeholder 2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6" name="Slide Number Placeholder 2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725770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2E5369"/>
      </a:dk2>
      <a:lt2>
        <a:srgbClr val="CFE2E7"/>
      </a:lt2>
      <a:accent1>
        <a:srgbClr val="353535"/>
      </a:accent1>
      <a:accent2>
        <a:srgbClr val="31B4E6"/>
      </a:accent2>
      <a:accent3>
        <a:srgbClr val="265991"/>
      </a:accent3>
      <a:accent4>
        <a:srgbClr val="7E40CC"/>
      </a:accent4>
      <a:accent5>
        <a:srgbClr val="B927E9"/>
      </a:accent5>
      <a:accent6>
        <a:srgbClr val="E833BF"/>
      </a:accent6>
      <a:hlink>
        <a:srgbClr val="2DA0F1"/>
      </a:hlink>
      <a:folHlink>
        <a:srgbClr val="7ED1E6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4F34B87B-9C7A-41AE-A6CB-48536223DFF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190</TotalTime>
  <Words>36</Words>
  <Application>Microsoft Office PowerPoint</Application>
  <PresentationFormat>Widescreen</PresentationFormat>
  <Paragraphs>12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Century Gothic</vt:lpstr>
      <vt:lpstr>Wingdings 3</vt:lpstr>
      <vt:lpstr>Wisp</vt:lpstr>
      <vt:lpstr>Practical Black-Box Attack against Machine Learning</vt:lpstr>
      <vt:lpstr>Introduction</vt:lpstr>
    </vt:vector>
  </TitlesOfParts>
  <Company>NTU, Singapore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Practical Black-Box Attack against Machine Learning</dc:title>
  <dc:creator>#ALAM MANAAR#</dc:creator>
  <cp:lastModifiedBy>#ALAM MANAAR#</cp:lastModifiedBy>
  <cp:revision>4</cp:revision>
  <dcterms:created xsi:type="dcterms:W3CDTF">2017-08-28T05:11:15Z</dcterms:created>
  <dcterms:modified xsi:type="dcterms:W3CDTF">2017-08-28T08:21:39Z</dcterms:modified>
</cp:coreProperties>
</file>